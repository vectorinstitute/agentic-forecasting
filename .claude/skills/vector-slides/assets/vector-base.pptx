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/>
  <p:sldSz cy="5143500" cx="9144000"/>
  <p:notesSz cx="5143500" cy="9144000"/>
  <p:embeddedFontLst>
    <p:embeddedFont>
      <p:font typeface="Open Sans"/>
      <p:regular r:id="rId41"/>
      <p:bold r:id="rId42"/>
      <p:italic r:id="rId43"/>
      <p:boldItalic r:id="rId44"/>
    </p:embeddedFont>
    <p:embeddedFont>
      <p:font typeface="Montserrat SemiBold"/>
      <p:regular r:id="rId9100"/>
      <p:bold r:id="rId9101"/>
      <p:italic r:id="rId9102"/>
      <p:boldItalic r:id="rId910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hjvjs9rjdL4/2KWlViFI6trsH6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9AE1A9-1A73-4FEB-A4CA-62B8BE09B77E}">
  <a:tblStyle styleId="{209AE1A9-1A73-4FEB-A4CA-62B8BE09B77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1" Type="http://schemas.openxmlformats.org/officeDocument/2006/relationships/font" Target="fonts/OpenSans-regular.fntdata"/><Relationship Id="rId42" Type="http://schemas.openxmlformats.org/officeDocument/2006/relationships/font" Target="fonts/OpenSans-bold.fntdata"/><Relationship Id="rId43" Type="http://schemas.openxmlformats.org/officeDocument/2006/relationships/font" Target="fonts/OpenSans-italic.fntdata"/><Relationship Id="rId44" Type="http://schemas.openxmlformats.org/officeDocument/2006/relationships/font" Target="fonts/OpenSans-boldItalic.fntdata"/><Relationship Id="rId45" Type="http://customschemas.google.com/relationships/presentationmetadata" Target="metadata"/><Relationship Id="rId9100" Type="http://schemas.openxmlformats.org/officeDocument/2006/relationships/font" Target="fonts/MontserratSemiBold-regular.fntdata"/><Relationship Id="rId9101" Type="http://schemas.openxmlformats.org/officeDocument/2006/relationships/font" Target="fonts/MontserratSemiBold-bold.fntdata"/><Relationship Id="rId9102" Type="http://schemas.openxmlformats.org/officeDocument/2006/relationships/font" Target="fonts/MontserratSemiBold-italic.fntdata"/><Relationship Id="rId9103" Type="http://schemas.openxmlformats.org/officeDocument/2006/relationships/font" Target="fonts/Montserrat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2026-02-18T12:38:30Z</dcterms:created>
  <dc:creator>Ethan Jackson</dc:creator>
</cp:coreProperties>
</file>